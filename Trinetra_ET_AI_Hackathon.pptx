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45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457200"/>
            <a:ext cx="1371600" cy="1371600"/>
          </a:xfrm>
          <a:prstGeom prst="ellipse">
            <a:avLst/>
          </a:prstGeom>
          <a:solidFill>
            <a:srgbClr val="F9731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343400" y="64008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34340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त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TRINETRA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Digital Public Safety Intelligence Platform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for Bharat  |  ET AI Hackathon 2.0  |  Problem Statement 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1.14M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Cybercrime complaints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India (2023)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0" y="35204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1776Cr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to digital arrest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scams (2024)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35204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504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YoY growth in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cybercrime cases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https://trinetra-india.netlify.app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Faces an Industrialised Fraud Crisis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🚨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Arrest Scams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Fraudsters impersonating CBI, ED, Police trap victims in multi-day psychological hostage situations over video call. Rs 1,776 crore lost in just 9 months of 2024.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💬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WhatsApp and SMS Fraud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28803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job offers, investment scams, KYC expiry threats, task scams targeting millions of Indian citizens daily via messaging platforms.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118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Documents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Forged government notices, fake arrest warrants, fraudulent offer letters designed to look legitimate enough to fool unsuspecting victims.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452628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1A0A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53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law enforcement lacks is not evidence after the fact — it is intelligence BEFORE mass victimisation occurs.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Trinetra — Real-Time AI Fraud Shield for Every Citizen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🚨  Digital Arrest Detector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CBI/ED/Police impersonation in call scripts and messages. Multilingual support. 5-signal calibrated detection system.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💬  Message Fraud Detector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Classifies WhatsApp/SMS/Telegram scams across 8 fraud categories including job scams, KYC fraud, and investment schemes.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 w="12700">
            <a:solidFill>
              <a:srgbClr val="EAB30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  Document Verifier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Analyses uploaded PDFs for fake government notices, fraudulent offer letters, and forged legal documents using linguistic forensics.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🗺️  Community Scam Feed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Citizens report scams to a live Supabase database. Real-time feed shows recent scams by type and location across India.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0" y="12801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D4E3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280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 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0" cy="32004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14884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Frontend  |  Tailwind CSS  |  Vite  |  Netlify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2542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Arrest  ·  Message Fraud  ·  Document Verify  ·  Scam Feed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2971800"/>
            <a:ext cx="0" cy="32004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29184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1C0F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Backend  |  Python  |  pdfplumber  |  Render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3639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Verdict Logic  ·  Audit Trail  ·  Case ID  ·  Input Validation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1A12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B3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Groq API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 3.3 70B · Fast Inference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577840" y="420624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7784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· Community Reports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257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with Production-Grade Technology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128933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EAB30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2085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2085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/ LLM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37360" y="1202085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 3.3 70B via Groq API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1458117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prompt engineering · Deterministic verdict logic · Multilingual NLP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878741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51893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51893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0" y="1951893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· Python · pdfplumber · uvicorn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37360" y="2207925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 · Input validation · Audit trail · UUID case IDs · UTC timestamps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628549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701701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01701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37360" y="2701701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· Tailwind CSS · Vite · Axios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37360" y="2957733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Mobile-first responsive design · 4 detection modules · Live result cards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378357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51509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51509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37360" y="3451509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 · PostgreSQL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37360" y="3707541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community scam reports · Row-level security · Public read feed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4128165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01317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01317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37360" y="4201317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Netlify (frontend) · Render (backend)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37360" y="4457349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via GitHub · Auto-deploy on push · CORS configured for production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5120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Scam Input to Actionable Alert in Seconds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19786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2893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 inputs suspicious content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563624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 message/call script or upload PDF — works on any device including mobile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75688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validates and routes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23134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validates input, selects correct detection endpoint, enforces character limits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25496"/>
            <a:ext cx="402336" cy="402336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0120" y="2788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 3.3 70B analyses via Groq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30632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calibrated prompt evaluates 5 signal dimensions, returns structured JSON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344728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575304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575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120" y="3538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verdict assigned in code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381304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maps risk score to verdict — eliminates hallucinated verdicts from the LLM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325112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325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20" y="428853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 receives instant protection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0120" y="4562856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score, red flags, citizen advice, report link, and unique Case ID for audit trail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1078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7654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Makes Trinetra Different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08063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1779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 Deterministic Verdict Logic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6975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Verdict computed in code, not by LLM. Eliminates hallucinated verdicts. Transparent and auditable score-to-verdict mapping.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1208063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1779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🌐  True Multilingual Detection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1646975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scams in Hindi, Tamil, Telugu and other Indian languages. Citizen advice in the same language as input.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488223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9795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  Court-Ready Audit Trail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927135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analysis generates unique Case ID, UTC timestamp, and platform signature addressing legal admissibility.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2488223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59795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🤝  Community Intelligence Layer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0" y="2927135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Citizens contribute scam reports to live database. Transforms individual protection into collective intelligence.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829226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7541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  Real-Time Citizen-First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4104601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Sub-3-second response via Groq inference. Mobile-responsive design. No login required — zero friction.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3829226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77541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🔬  Calibrated False Positive Rate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0" y="4104601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tuned on real Indian scam cases. MHA advisories score 0. Infosys job offers score 8. Scams score 90 plus.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602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AND SCALABILITY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6260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to Scale Across Bharat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31181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575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18421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analysis time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377440" y="131181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3575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&lt;2%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18421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false positive rate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280" y="131181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3575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26280" y="18421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categories detected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131181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3575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0" y="184216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modules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" y="25005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Roadmap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2880" y="2957732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21740"/>
            <a:ext cx="1280160" cy="420624"/>
          </a:xfrm>
          <a:prstGeom prst="roundRect">
            <a:avLst>
              <a:gd name="adj" fmla="val 8696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02174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— Now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45920" y="3049172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arrest detection · Message fraud · Document verify · Community scam feed · Mobile-first UI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2880" y="361610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680108"/>
            <a:ext cx="1280160" cy="420624"/>
          </a:xfrm>
          <a:prstGeom prst="roundRect">
            <a:avLst>
              <a:gd name="adj" fmla="val 8696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68010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45920" y="37075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WhatsApp chatbot · IVR system · 12 regional languages · Telecom API integration · MHA alert generation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82880" y="427446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1A1A2E"/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338476"/>
            <a:ext cx="1280160" cy="420624"/>
          </a:xfrm>
          <a:prstGeom prst="roundRect">
            <a:avLst>
              <a:gd name="adj" fmla="val 8696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3384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45920" y="436590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Counterfeit currency CV model · Geospatial crime heatmap · Fraud network graph · Law enforcement dashboard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327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RESULTS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56903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Outputs from Trinetra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54838"/>
            <a:ext cx="8412480" cy="841248"/>
          </a:xfrm>
          <a:prstGeom prst="roundRect">
            <a:avLst>
              <a:gd name="adj" fmla="val 7609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1884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🚨  Digital Arrest Scam (Hindi)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7487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Namaste, main Officer Vikram Singh bol raha hoon, CBI Headquarters New Delhi se. Aap abhi se digitally arrested hain...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80347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CONFIRMED SCAM · Score: 98 · Case ID: TRI-89B02F73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187526"/>
            <a:ext cx="8412480" cy="841248"/>
          </a:xfrm>
          <a:prstGeom prst="roundRect">
            <a:avLst>
              <a:gd name="adj" fmla="val 7609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5153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💬  Fake Amazon Job Scam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50756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Hi, Amazon India hiring work from home. Salary 80,000/month guaranteed. Pay Rs 500 registration fee. WhatsApp: 9876543210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73616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DEFINITE SCAM · Score: 95 · 6 red flags detected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120214"/>
            <a:ext cx="8412480" cy="841248"/>
          </a:xfrm>
          <a:prstGeom prst="roundRect">
            <a:avLst>
              <a:gd name="adj" fmla="val 7609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8422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Legitimate MHA Advisory (False Positive Test)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44025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Be aware of fake calls claiming to be from CBI or ED. No government agency conducts digital arrests. Report to 1930.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66885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SAFE · Score: 0 · All signals clean — zero false positive confirmed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4052902"/>
            <a:ext cx="8412480" cy="841248"/>
          </a:xfrm>
          <a:prstGeom prst="roundRect">
            <a:avLst>
              <a:gd name="adj" fmla="val 7609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691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  Audit Trail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37294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Every analysis result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60154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Unique Case ID + UTC timestamp + Platform signature for legal admissibility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931920" y="7315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त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TRINETRA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 Every Citizen. Before They Lose.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493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trinetra-india.netlify.app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0" y="32004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3493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github.com/RithishPK/trinetra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API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493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trinetra-backend-209a.onrender.com/docs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by RITHISH PK, CHINMAY D C  ·  ET AI Hackathon 2.0  ·  Problem Statement 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for Digital Public Safety: Defeating Counterfeiting, Fraud and Digital Arrest Scams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1018</Words>
  <Application>Microsoft Office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Rithish pk</cp:lastModifiedBy>
  <cp:revision>2</cp:revision>
  <dcterms:created xsi:type="dcterms:W3CDTF">2026-07-21T03:02:22Z</dcterms:created>
  <dcterms:modified xsi:type="dcterms:W3CDTF">2026-07-22T12:38:40Z</dcterms:modified>
</cp:coreProperties>
</file>